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8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62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261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79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62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57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02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02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32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17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883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77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D4C44-5109-40D7-910B-D35F2D2E9758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A5BA4-6EDE-43F1-8281-9130F655F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795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31655766" y="-84666667"/>
            <a:ext cx="1431655765" cy="1431655765"/>
            <a:chOff x="-1431655766" y="-84666667"/>
            <a:chExt cx="1431655765" cy="1431655765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985934" y="-8467"/>
            <a:ext cx="6874933" cy="68664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660400" y="-8467"/>
            <a:ext cx="6874933" cy="68664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7" y="5308600"/>
            <a:ext cx="11303000" cy="110913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67" y="440267"/>
            <a:ext cx="11303000" cy="465666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167534" y="5834511"/>
            <a:ext cx="245533" cy="846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8597" y="5732912"/>
            <a:ext cx="270933" cy="203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204200" y="5834511"/>
            <a:ext cx="245533" cy="846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5699045"/>
            <a:ext cx="211667" cy="287867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alphaModFix amt="21000"/>
          </a:blip>
          <a:stretch>
            <a:fillRect/>
          </a:stretch>
        </p:blipFill>
        <p:spPr>
          <a:xfrm>
            <a:off x="11328400" y="4673600"/>
            <a:ext cx="169333" cy="169333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1023600" y="4673600"/>
            <a:ext cx="169333" cy="169333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8800" y="4673600"/>
            <a:ext cx="169333" cy="169333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571526" y="5689600"/>
            <a:ext cx="2556932" cy="3132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733">
                <a:solidFill>
                  <a:srgbClr val="FFFFFF"/>
                </a:solidFill>
                <a:latin typeface="Pretendard Regular"/>
              </a:rPr>
              <a:t>rhtkdwls99@gmail.</a:t>
            </a:r>
            <a:r>
              <a:rPr lang="en-US" altLang="ko-KR" sz="1733" dirty="0">
                <a:solidFill>
                  <a:srgbClr val="FFFFFF"/>
                </a:solidFill>
                <a:latin typeface="Pretendard Regular"/>
              </a:rPr>
              <a:t>com</a:t>
            </a:r>
            <a:endParaRPr lang="en-US" sz="1733" dirty="0">
              <a:solidFill>
                <a:srgbClr val="FFFFFF"/>
              </a:solidFill>
              <a:latin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32630" y="5690578"/>
            <a:ext cx="1566333" cy="3132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dirty="0">
                <a:solidFill>
                  <a:srgbClr val="FFFFFF"/>
                </a:solidFill>
                <a:latin typeface="Pretendard Regular"/>
              </a:rPr>
              <a:t>010.</a:t>
            </a:r>
            <a:r>
              <a:rPr lang="en-US" altLang="ko-KR" sz="1733" dirty="0">
                <a:solidFill>
                  <a:srgbClr val="FFFFFF"/>
                </a:solidFill>
                <a:latin typeface="Pretendard Regular"/>
              </a:rPr>
              <a:t>2503</a:t>
            </a:r>
            <a:r>
              <a:rPr lang="en-US" sz="1733" dirty="0">
                <a:solidFill>
                  <a:srgbClr val="FFFFFF"/>
                </a:solidFill>
                <a:latin typeface="Pretendard Regular"/>
              </a:rPr>
              <a:t>.</a:t>
            </a:r>
            <a:r>
              <a:rPr lang="en-US" altLang="ko-KR" sz="1733" dirty="0">
                <a:solidFill>
                  <a:srgbClr val="FFFFFF"/>
                </a:solidFill>
                <a:latin typeface="Pretendard Regular"/>
              </a:rPr>
              <a:t>9709</a:t>
            </a:r>
            <a:endParaRPr lang="en-US" sz="1733" dirty="0">
              <a:solidFill>
                <a:srgbClr val="FFFFFF"/>
              </a:solidFill>
              <a:latin typeface="Pretendard Regul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63600" y="5647267"/>
            <a:ext cx="2133600" cy="4741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7" dirty="0" err="1">
                <a:solidFill>
                  <a:srgbClr val="FFFFFF"/>
                </a:solidFill>
                <a:latin typeface="Pretendard SemiBold"/>
              </a:rPr>
              <a:t>고상진</a:t>
            </a:r>
            <a:endParaRPr lang="en-US" sz="2667" dirty="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75733" y="1752600"/>
            <a:ext cx="11049000" cy="210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1667" spc="-1533" dirty="0">
                <a:solidFill>
                  <a:srgbClr val="000000"/>
                </a:solidFill>
                <a:latin typeface="Pretendard SemiBold"/>
              </a:rPr>
              <a:t>P</a:t>
            </a:r>
            <a:r>
              <a:rPr lang="en-US" sz="11667" i="1" spc="1533" dirty="0">
                <a:solidFill>
                  <a:srgbClr val="000000"/>
                </a:solidFill>
                <a:latin typeface="Sprat Medium"/>
              </a:rPr>
              <a:t>O</a:t>
            </a:r>
            <a:r>
              <a:rPr lang="en-US" sz="11667" dirty="0">
                <a:solidFill>
                  <a:srgbClr val="000000"/>
                </a:solidFill>
                <a:latin typeface="Pretendard SemiBold"/>
              </a:rPr>
              <a:t>RTFOLIO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2334" y="3581400"/>
            <a:ext cx="9567333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2000" dirty="0">
                <a:solidFill>
                  <a:srgbClr val="2C993F">
                    <a:alpha val="70196"/>
                  </a:srgbClr>
                </a:solidFill>
                <a:ea typeface="Pretendard SemiBold"/>
              </a:rPr>
              <a:t>JAVA BACKEND ENGINEER</a:t>
            </a:r>
            <a:endParaRPr lang="en-US" sz="2000" dirty="0">
              <a:solidFill>
                <a:srgbClr val="2C993F">
                  <a:alpha val="70196"/>
                </a:srgbClr>
              </a:solidFill>
              <a:latin typeface="Pretendard Semi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8866" y="609600"/>
            <a:ext cx="2232595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600" spc="67" dirty="0">
                <a:solidFill>
                  <a:srgbClr val="2C993F">
                    <a:alpha val="70196"/>
                  </a:srgbClr>
                </a:solidFill>
                <a:latin typeface="Pretendard SemiBold"/>
              </a:rPr>
              <a:t>1999 . 10 . 10</a:t>
            </a:r>
            <a:endParaRPr lang="en-US" sz="1600" spc="67" dirty="0">
              <a:solidFill>
                <a:srgbClr val="2C993F">
                  <a:alpha val="70196"/>
                </a:srgbClr>
              </a:solidFill>
              <a:latin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64754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1709240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714211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2685445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251762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C157A6B-0040-034E-6DEC-3EC76A5A3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79" y="1690688"/>
            <a:ext cx="9897841" cy="46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664950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734768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264345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2113290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3241134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16</Words>
  <Application>Microsoft Office PowerPoint</Application>
  <PresentationFormat>와이드스크린</PresentationFormat>
  <Paragraphs>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Pretendard Regular</vt:lpstr>
      <vt:lpstr>Pretendard SemiBold</vt:lpstr>
      <vt:lpstr>Sprat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sangjin ko</cp:lastModifiedBy>
  <cp:revision>14</cp:revision>
  <dcterms:created xsi:type="dcterms:W3CDTF">2025-11-17T07:29:47Z</dcterms:created>
  <dcterms:modified xsi:type="dcterms:W3CDTF">2026-03-02T10:21:27Z</dcterms:modified>
</cp:coreProperties>
</file>